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0292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2500" b="1">
                <a:solidFill>
                  <a:srgbClr val="1F4E79"/>
                </a:solidFill>
                <a:latin typeface="Calibri"/>
              </a:rPr>
              <a:t>Les six actions SOAR et les garde-fous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926080"/>
            <a:ext cx="2103120" cy="1188720"/>
          </a:xfrm>
          <a:prstGeom prst="roundRect">
            <a:avLst/>
          </a:prstGeom>
          <a:solidFill>
            <a:srgbClr val="EAE2F6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run_action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demande de l'IA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ou clic Approuver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743200"/>
            <a:ext cx="2468880" cy="1554480"/>
          </a:xfrm>
          <a:prstGeom prst="roundRect">
            <a:avLst/>
          </a:prstGeom>
          <a:solidFill>
            <a:srgbClr val="FBDEDE"/>
          </a:solidFill>
          <a:ln w="19050">
            <a:solidFill>
              <a:srgbClr val="C039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300" b="1">
                <a:solidFill>
                  <a:srgbClr val="202528"/>
                </a:solidFill>
                <a:latin typeface="Calibri"/>
              </a:rPr>
              <a:t>Garde-fou (code)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denylist infra (jamais)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break-glass, durée de ban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hors LLM, incontournable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3520440"/>
            <a:ext cx="274320" cy="0"/>
          </a:xfrm>
          <a:prstGeom prst="line">
            <a:avLst/>
          </a:prstGeom>
          <a:ln w="25400">
            <a:solidFill>
              <a:srgbClr val="9AA3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852160" y="1188720"/>
            <a:ext cx="3017520" cy="1554480"/>
          </a:xfrm>
          <a:prstGeom prst="roundRect">
            <a:avLst/>
          </a:prstGeom>
          <a:solidFill>
            <a:srgbClr val="FDE7D3"/>
          </a:solidFill>
          <a:ln w="19050">
            <a:solidFill>
              <a:srgbClr val="E17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300" b="1">
                <a:solidFill>
                  <a:srgbClr val="202528"/>
                </a:solidFill>
                <a:latin typeface="Calibri"/>
              </a:rPr>
              <a:t>Pont d'action (systemd)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172.17.0.1:5601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ban . unban . suppression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isolement win11 (002)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4206240"/>
            <a:ext cx="3017520" cy="1554480"/>
          </a:xfrm>
          <a:prstGeom prst="roundRect">
            <a:avLst/>
          </a:prstGeom>
          <a:solidFill>
            <a:srgbClr val="DEE9F7"/>
          </a:solidFill>
          <a:ln w="19050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300" b="1">
                <a:solidFill>
                  <a:srgbClr val="202528"/>
                </a:solidFill>
                <a:latin typeface="Calibri"/>
              </a:rPr>
              <a:t>API Wazuh 55000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PUT /active-response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quarantaine, restauration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isolement Linux (001)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303520" y="1920240"/>
            <a:ext cx="548640" cy="1280160"/>
          </a:xfrm>
          <a:prstGeom prst="line">
            <a:avLst/>
          </a:prstGeom>
          <a:ln w="27940">
            <a:solidFill>
              <a:srgbClr val="E17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840480"/>
            <a:ext cx="548640" cy="914400"/>
          </a:xfrm>
          <a:prstGeom prst="line">
            <a:avLst/>
          </a:prstGeom>
          <a:ln w="2794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18320" y="1188720"/>
            <a:ext cx="2286000" cy="1554480"/>
          </a:xfrm>
          <a:prstGeom prst="roundRect">
            <a:avLst/>
          </a:prstGeom>
          <a:solidFill>
            <a:srgbClr val="ECEFF2"/>
          </a:solidFill>
          <a:ln w="1905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400" b="1">
                <a:solidFill>
                  <a:srgbClr val="202528"/>
                </a:solidFill>
                <a:latin typeface="Calibri"/>
              </a:rPr>
              <a:t>Endpoints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000 . 001 . 002</a:t>
            </a:r>
          </a:p>
          <a:p>
            <a:pPr algn="ctr"/>
            <a:r>
              <a:rPr sz="1000" b="0">
                <a:solidFill>
                  <a:srgbClr val="60666C"/>
                </a:solidFill>
                <a:latin typeface="Calibri"/>
              </a:rPr>
              <a:t>iptables / PowerShell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4206240"/>
            <a:ext cx="2286000" cy="1554480"/>
          </a:xfrm>
          <a:prstGeom prst="roundRect">
            <a:avLst/>
          </a:prstGeom>
          <a:solidFill>
            <a:srgbClr val="ECEFF2"/>
          </a:solidFill>
          <a:ln w="19050">
            <a:solidFill>
              <a:srgbClr val="8A9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38100" rIns="38100" bIns="38100" rtlCol="0" anchor="ctr"/>
          <a:lstStyle/>
          <a:p>
            <a:pPr algn="ctr"/>
            <a:r>
              <a:rPr sz="1300" b="1">
                <a:solidFill>
                  <a:srgbClr val="202528"/>
                </a:solidFill>
                <a:latin typeface="Calibri"/>
              </a:rPr>
              <a:t>Agent Wazuh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scripts Active Response</a:t>
            </a:r>
          </a:p>
          <a:p>
            <a:pPr algn="ctr"/>
            <a:r>
              <a:rPr sz="900" b="0">
                <a:solidFill>
                  <a:srgbClr val="60666C"/>
                </a:solidFill>
                <a:latin typeface="Calibri"/>
              </a:rPr>
              <a:t>sur l'agent cible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0" y="1965960"/>
            <a:ext cx="548640" cy="0"/>
          </a:xfrm>
          <a:prstGeom prst="line">
            <a:avLst/>
          </a:prstGeom>
          <a:ln w="25400">
            <a:solidFill>
              <a:srgbClr val="E17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4983480"/>
            <a:ext cx="548640" cy="0"/>
          </a:xfrm>
          <a:prstGeom prst="line">
            <a:avLst/>
          </a:prstGeom>
          <a:ln w="25400">
            <a:solidFill>
              <a:srgbClr val="2E6DB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lIns="38100" tIns="38100" rIns="38100" bIns="38100" anchor="ctr">
            <a:spAutoFit/>
          </a:bodyPr>
          <a:lstStyle/>
          <a:p>
            <a:pPr algn="l"/>
            <a:r>
              <a:rPr sz="1200" b="0">
                <a:solidFill>
                  <a:srgbClr val="60666C"/>
                </a:solidFill>
                <a:latin typeface="Calibri"/>
              </a:rPr>
              <a:t>Le manager (000) n'est jamais bannissable ni isolable. Un ban sans durée est refusé. La quarantaine est réversible, la suppression non.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</Words>
  <Application>Microsoft Office PowerPoint</Application>
  <PresentationFormat>Personnalisé</PresentationFormat>
  <Paragraphs>23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Ilyan BENDAHMANE</cp:lastModifiedBy>
  <cp:revision>2</cp:revision>
  <dcterms:created xsi:type="dcterms:W3CDTF">2013-01-27T09:14:16Z</dcterms:created>
  <dcterms:modified xsi:type="dcterms:W3CDTF">2026-07-05T19:37:04Z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e7dfc5-2bf4-4a75-8664-2dc4b3bb1d09_Enabled">
    <vt:lpwstr>true</vt:lpwstr>
  </property>
  <property fmtid="{D5CDD505-2E9C-101B-9397-08002B2CF9AE}" pid="3" name="MSIP_Label_47e7dfc5-2bf4-4a75-8664-2dc4b3bb1d09_SetDate">
    <vt:lpwstr>2026-07-05T19:37:04Z</vt:lpwstr>
  </property>
  <property fmtid="{D5CDD505-2E9C-101B-9397-08002B2CF9AE}" pid="4" name="MSIP_Label_47e7dfc5-2bf4-4a75-8664-2dc4b3bb1d09_Method">
    <vt:lpwstr>Standard</vt:lpwstr>
  </property>
  <property fmtid="{D5CDD505-2E9C-101B-9397-08002B2CF9AE}" pid="5" name="MSIP_Label_47e7dfc5-2bf4-4a75-8664-2dc4b3bb1d09_Name">
    <vt:lpwstr>defa4170-0d19-0005-0004-bc88714345d2</vt:lpwstr>
  </property>
  <property fmtid="{D5CDD505-2E9C-101B-9397-08002B2CF9AE}" pid="6" name="MSIP_Label_47e7dfc5-2bf4-4a75-8664-2dc4b3bb1d09_SiteId">
    <vt:lpwstr>413600cf-bd4e-4c7c-8a61-69e73cddf731</vt:lpwstr>
  </property>
  <property fmtid="{D5CDD505-2E9C-101B-9397-08002B2CF9AE}" pid="7" name="MSIP_Label_47e7dfc5-2bf4-4a75-8664-2dc4b3bb1d09_ActionId">
    <vt:lpwstr>af4f0d05-8e2c-4957-9684-e5e593e994e1</vt:lpwstr>
  </property>
  <property fmtid="{D5CDD505-2E9C-101B-9397-08002B2CF9AE}" pid="8" name="MSIP_Label_47e7dfc5-2bf4-4a75-8664-2dc4b3bb1d09_ContentBits">
    <vt:lpwstr>0</vt:lpwstr>
  </property>
  <property fmtid="{D5CDD505-2E9C-101B-9397-08002B2CF9AE}" pid="9" name="MSIP_Label_47e7dfc5-2bf4-4a75-8664-2dc4b3bb1d09_Tag">
    <vt:lpwstr>10, 3, 0, 1</vt:lpwstr>
  </property>
</Properties>
</file>