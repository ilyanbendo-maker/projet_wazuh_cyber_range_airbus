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Calibri"/>
              </a:rPr>
              <a:t>Vue d'ensemble : détecter, comprendre, répondre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34640"/>
            <a:ext cx="2011680" cy="1280160"/>
          </a:xfrm>
          <a:prstGeom prst="roundRect">
            <a:avLst/>
          </a:prstGeom>
          <a:solidFill>
            <a:srgbClr val="ECEFF2"/>
          </a:solidFill>
          <a:ln w="1905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Endpoints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3 agents Wazuh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834640"/>
            <a:ext cx="2194560" cy="1280160"/>
          </a:xfrm>
          <a:prstGeom prst="roundRect">
            <a:avLst/>
          </a:prstGeom>
          <a:solidFill>
            <a:srgbClr val="DDF0E2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500" b="1">
                <a:solidFill>
                  <a:srgbClr val="202528"/>
                </a:solidFill>
                <a:latin typeface="Calibri"/>
              </a:rPr>
              <a:t>Wazuh (SIEM)</a:t>
            </a:r>
          </a:p>
          <a:p>
            <a:pPr algn="ctr"/>
            <a:r>
              <a:rPr sz="1100" b="0">
                <a:solidFill>
                  <a:srgbClr val="60666C"/>
                </a:solidFill>
                <a:latin typeface="Calibri"/>
              </a:rPr>
              <a:t>détecte, 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097280"/>
            <a:ext cx="2194560" cy="1188720"/>
          </a:xfrm>
          <a:prstGeom prst="roundRect">
            <a:avLst/>
          </a:prstGeom>
          <a:solidFill>
            <a:srgbClr val="EAE2F6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IA DeepSeek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enrichit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834640"/>
            <a:ext cx="2286000" cy="1280160"/>
          </a:xfrm>
          <a:prstGeom prst="roundRect">
            <a:avLst/>
          </a:prstGeom>
          <a:solidFill>
            <a:srgbClr val="DEE9F7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500" b="1">
                <a:solidFill>
                  <a:srgbClr val="202528"/>
                </a:solidFill>
                <a:latin typeface="Calibri"/>
              </a:rPr>
              <a:t>n8n</a:t>
            </a:r>
          </a:p>
          <a:p>
            <a:pPr algn="ctr"/>
            <a:r>
              <a:rPr sz="1100" b="0">
                <a:solidFill>
                  <a:srgbClr val="60666C"/>
                </a:solidFill>
                <a:latin typeface="Calibri"/>
              </a:rPr>
              <a:t>orchestrateur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1371600"/>
          </a:xfrm>
          <a:prstGeom prst="roundRect">
            <a:avLst/>
          </a:prstGeom>
          <a:solidFill>
            <a:srgbClr val="FDE7D3"/>
          </a:solidFill>
          <a:ln w="19050">
            <a:solidFill>
              <a:srgbClr val="E17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202528"/>
                </a:solidFill>
                <a:latin typeface="Calibri"/>
              </a:rPr>
              <a:t>Discord (</a:t>
            </a:r>
            <a:r>
              <a:rPr lang="fr-FR" sz="1400" b="1" dirty="0">
                <a:solidFill>
                  <a:srgbClr val="202528"/>
                </a:solidFill>
                <a:latin typeface="Calibri"/>
              </a:rPr>
              <a:t>plateforme d’administration)</a:t>
            </a:r>
            <a:r>
              <a:rPr sz="1400" b="1" dirty="0">
                <a:solidFill>
                  <a:srgbClr val="202528"/>
                </a:solidFill>
                <a:latin typeface="Calibri"/>
              </a:rPr>
              <a:t>)</a:t>
            </a:r>
          </a:p>
          <a:p>
            <a:pPr algn="ctr"/>
            <a:r>
              <a:rPr sz="1000" b="0" dirty="0">
                <a:solidFill>
                  <a:srgbClr val="60666C"/>
                </a:solidFill>
                <a:latin typeface="Calibri"/>
              </a:rPr>
              <a:t>#alertes . #validations . #chat-ia</a:t>
            </a:r>
          </a:p>
          <a:p>
            <a:pPr algn="ctr"/>
            <a:r>
              <a:rPr sz="1000" b="0" dirty="0" err="1">
                <a:solidFill>
                  <a:srgbClr val="60666C"/>
                </a:solidFill>
                <a:latin typeface="Calibri"/>
              </a:rPr>
              <a:t>l'analyste</a:t>
            </a:r>
            <a:r>
              <a:rPr sz="1000" b="0" dirty="0">
                <a:solidFill>
                  <a:srgbClr val="60666C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60666C"/>
                </a:solidFill>
                <a:latin typeface="Calibri"/>
              </a:rPr>
              <a:t>voit</a:t>
            </a:r>
            <a:r>
              <a:rPr sz="1000" b="0" dirty="0">
                <a:solidFill>
                  <a:srgbClr val="60666C"/>
                </a:solidFill>
                <a:latin typeface="Calibri"/>
              </a:rPr>
              <a:t> et </a:t>
            </a:r>
            <a:r>
              <a:rPr sz="1000" b="0" dirty="0" err="1">
                <a:solidFill>
                  <a:srgbClr val="60666C"/>
                </a:solidFill>
                <a:latin typeface="Calibri"/>
              </a:rPr>
              <a:t>décide</a:t>
            </a:r>
            <a:endParaRPr sz="1000" b="0" dirty="0">
              <a:solidFill>
                <a:srgbClr val="60666C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0" y="4206240"/>
            <a:ext cx="3657600" cy="1371600"/>
          </a:xfrm>
          <a:prstGeom prst="roundRect">
            <a:avLst/>
          </a:prstGeom>
          <a:solidFill>
            <a:srgbClr val="FBDEDE"/>
          </a:solidFill>
          <a:ln w="19050">
            <a:solidFill>
              <a:srgbClr val="C0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Réponse (SOAR)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ban, quarantaine, suppression,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isolement . et retours arrière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474720"/>
            <a:ext cx="365760" cy="0"/>
          </a:xfrm>
          <a:prstGeom prst="line">
            <a:avLst/>
          </a:prstGeom>
          <a:ln w="25400">
            <a:solidFill>
              <a:srgbClr val="9A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931920" y="2286000"/>
            <a:ext cx="0" cy="548640"/>
          </a:xfrm>
          <a:prstGeom prst="line">
            <a:avLst/>
          </a:prstGeom>
          <a:ln w="25400">
            <a:solidFill>
              <a:srgbClr val="7E57C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3474720"/>
            <a:ext cx="365760" cy="0"/>
          </a:xfrm>
          <a:prstGeom prst="line">
            <a:avLst/>
          </a:prstGeom>
          <a:ln w="25400">
            <a:solidFill>
              <a:srgbClr val="9A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680960" y="2011680"/>
            <a:ext cx="365760" cy="1097280"/>
          </a:xfrm>
          <a:prstGeom prst="line">
            <a:avLst/>
          </a:prstGeom>
          <a:ln w="27940">
            <a:solidFill>
              <a:srgbClr val="E17B2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80960" y="3840480"/>
            <a:ext cx="365760" cy="914400"/>
          </a:xfrm>
          <a:prstGeom prst="line">
            <a:avLst/>
          </a:prstGeom>
          <a:ln w="27940">
            <a:solidFill>
              <a:srgbClr val="C039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875520" y="2468880"/>
            <a:ext cx="0" cy="1737360"/>
          </a:xfrm>
          <a:prstGeom prst="line">
            <a:avLst/>
          </a:prstGeom>
          <a:ln w="20320">
            <a:solidFill>
              <a:srgbClr val="60666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966960" y="3017520"/>
            <a:ext cx="182880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100" b="1">
                <a:solidFill>
                  <a:srgbClr val="60666C"/>
                </a:solidFill>
                <a:latin typeface="Calibri"/>
              </a:rPr>
              <a:t>boucle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2468880" y="4114800"/>
            <a:ext cx="5577840" cy="777240"/>
          </a:xfrm>
          <a:prstGeom prst="line">
            <a:avLst/>
          </a:prstGeom>
          <a:ln w="20320">
            <a:solidFill>
              <a:srgbClr val="C0393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200" b="0">
                <a:solidFill>
                  <a:srgbClr val="60666C"/>
                </a:solidFill>
                <a:latin typeface="Calibri"/>
              </a:rPr>
              <a:t>Une alerte remonte, l'IA l'explique, l'analyste tranche dans Discord, la réponse s'applique sur les endpoints. Puis on vérifie et on revient à l'état sain.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</Words>
  <Application>Microsoft Office PowerPoint</Application>
  <PresentationFormat>Personnalisé</PresentationFormat>
  <Paragraphs>17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Ilyan BENDAHMANE</cp:lastModifiedBy>
  <cp:revision>2</cp:revision>
  <dcterms:created xsi:type="dcterms:W3CDTF">2013-01-27T09:14:16Z</dcterms:created>
  <dcterms:modified xsi:type="dcterms:W3CDTF">2026-07-05T19:24:55Z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2026-07-05T19:24:53Z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1b5b43e4-551f-4a70-af99-a2a7526d48d9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