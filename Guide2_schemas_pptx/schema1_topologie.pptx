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0852" y="297426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500" b="1" dirty="0" err="1">
                <a:solidFill>
                  <a:srgbClr val="1F4E79"/>
                </a:solidFill>
                <a:latin typeface="Calibri"/>
              </a:rPr>
              <a:t>Relier</a:t>
            </a:r>
            <a:r>
              <a:rPr sz="2500" b="1" dirty="0">
                <a:solidFill>
                  <a:srgbClr val="1F4E79"/>
                </a:solidFill>
                <a:latin typeface="Calibri"/>
              </a:rPr>
              <a:t> les trois machines avec </a:t>
            </a:r>
            <a:r>
              <a:rPr sz="2500" b="1" dirty="0" err="1">
                <a:solidFill>
                  <a:srgbClr val="1F4E79"/>
                </a:solidFill>
                <a:latin typeface="Calibri"/>
              </a:rPr>
              <a:t>Tailscale</a:t>
            </a:r>
            <a:endParaRPr sz="25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931920" y="2331720"/>
            <a:ext cx="4297680" cy="137160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600" b="1" dirty="0" err="1">
                <a:solidFill>
                  <a:srgbClr val="202528"/>
                </a:solidFill>
                <a:latin typeface="Calibri"/>
              </a:rPr>
              <a:t>Tailnet</a:t>
            </a:r>
            <a:r>
              <a:rPr sz="1600" b="1" dirty="0">
                <a:solidFill>
                  <a:srgbClr val="20252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202528"/>
                </a:solidFill>
                <a:latin typeface="Calibri"/>
              </a:rPr>
              <a:t>Tailscale</a:t>
            </a:r>
            <a:endParaRPr sz="1600" b="1" dirty="0">
              <a:solidFill>
                <a:srgbClr val="202528"/>
              </a:solidFill>
              <a:latin typeface="Calibri"/>
            </a:endParaRPr>
          </a:p>
          <a:p>
            <a:pPr algn="ctr"/>
            <a:r>
              <a:rPr sz="1200" b="0" dirty="0">
                <a:solidFill>
                  <a:srgbClr val="60666C"/>
                </a:solidFill>
                <a:latin typeface="Calibri"/>
              </a:rPr>
              <a:t>réseau </a:t>
            </a:r>
            <a:r>
              <a:rPr sz="1200" b="0" dirty="0" err="1">
                <a:solidFill>
                  <a:srgbClr val="60666C"/>
                </a:solidFill>
                <a:latin typeface="Calibri"/>
              </a:rPr>
              <a:t>privé</a:t>
            </a:r>
            <a:r>
              <a:rPr sz="1200" b="0" dirty="0">
                <a:solidFill>
                  <a:srgbClr val="60666C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0666C"/>
                </a:solidFill>
                <a:latin typeface="Calibri"/>
              </a:rPr>
              <a:t>chiffré</a:t>
            </a:r>
            <a:r>
              <a:rPr sz="1200" b="0" dirty="0">
                <a:solidFill>
                  <a:srgbClr val="60666C"/>
                </a:solidFill>
                <a:latin typeface="Calibri"/>
              </a:rPr>
              <a:t> (</a:t>
            </a:r>
            <a:r>
              <a:rPr sz="1200" b="0" dirty="0" err="1">
                <a:solidFill>
                  <a:srgbClr val="60666C"/>
                </a:solidFill>
                <a:latin typeface="Calibri"/>
              </a:rPr>
              <a:t>WireGuard</a:t>
            </a:r>
            <a:r>
              <a:rPr sz="1200" b="0" dirty="0">
                <a:solidFill>
                  <a:srgbClr val="60666C"/>
                </a:solidFill>
                <a:latin typeface="Calibri"/>
              </a:rPr>
              <a:t>)</a:t>
            </a:r>
          </a:p>
          <a:p>
            <a:pPr algn="ctr"/>
            <a:r>
              <a:rPr sz="1200" b="0" dirty="0" err="1">
                <a:solidFill>
                  <a:srgbClr val="60666C"/>
                </a:solidFill>
                <a:latin typeface="Calibri"/>
              </a:rPr>
              <a:t>chaque</a:t>
            </a:r>
            <a:r>
              <a:rPr sz="1200" b="0" dirty="0">
                <a:solidFill>
                  <a:srgbClr val="60666C"/>
                </a:solidFill>
                <a:latin typeface="Calibri"/>
              </a:rPr>
              <a:t> machine a </a:t>
            </a:r>
            <a:r>
              <a:rPr sz="1200" b="0" dirty="0" err="1">
                <a:solidFill>
                  <a:srgbClr val="60666C"/>
                </a:solidFill>
                <a:latin typeface="Calibri"/>
              </a:rPr>
              <a:t>une</a:t>
            </a:r>
            <a:r>
              <a:rPr sz="1200" b="0" dirty="0">
                <a:solidFill>
                  <a:srgbClr val="60666C"/>
                </a:solidFill>
                <a:latin typeface="Calibri"/>
              </a:rPr>
              <a:t> IP 100.x 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822960"/>
            <a:ext cx="3108960" cy="1234440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ubuntu-01  (000)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Manager + Indexer + Dashboard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n8n (Docker) . LAN 192.168.0.1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tailnet 100.73.179.63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822960"/>
            <a:ext cx="3108960" cy="1234440"/>
          </a:xfrm>
          <a:prstGeom prst="roundRect">
            <a:avLst/>
          </a:prstGeom>
          <a:solidFill>
            <a:srgbClr val="DEE9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ubuntu-02  (001)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Agent Linux (Suricata, DVWA)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LAN 192.168.0.2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tailnet 100.101.128.76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800600"/>
            <a:ext cx="3108960" cy="123444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win11  (002)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Agent Windows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LAN 192.168.0.3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tailnet 100.101.80.37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3108960" cy="123444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202528"/>
                </a:solidFill>
                <a:latin typeface="Calibri"/>
              </a:rPr>
              <a:t>PC </a:t>
            </a:r>
            <a:r>
              <a:rPr sz="1400" b="1" dirty="0" err="1">
                <a:solidFill>
                  <a:srgbClr val="202528"/>
                </a:solidFill>
                <a:latin typeface="Calibri"/>
              </a:rPr>
              <a:t>analyste</a:t>
            </a:r>
            <a:r>
              <a:rPr sz="1400" b="1" dirty="0">
                <a:solidFill>
                  <a:srgbClr val="202528"/>
                </a:solidFill>
                <a:latin typeface="Calibri"/>
              </a:rPr>
              <a:t> (</a:t>
            </a:r>
            <a:r>
              <a:rPr lang="fr-FR" sz="1400" b="1" dirty="0">
                <a:solidFill>
                  <a:srgbClr val="202528"/>
                </a:solidFill>
                <a:latin typeface="Calibri"/>
              </a:rPr>
              <a:t>nôtre </a:t>
            </a:r>
            <a:r>
              <a:rPr sz="1400" b="1" dirty="0" err="1">
                <a:solidFill>
                  <a:srgbClr val="202528"/>
                </a:solidFill>
                <a:latin typeface="Calibri"/>
              </a:rPr>
              <a:t>hôte</a:t>
            </a:r>
            <a:r>
              <a:rPr sz="1400" b="1" dirty="0">
                <a:solidFill>
                  <a:srgbClr val="202528"/>
                </a:solidFill>
                <a:latin typeface="Calibri"/>
              </a:rPr>
              <a:t>)</a:t>
            </a:r>
          </a:p>
          <a:p>
            <a:pPr algn="ctr"/>
            <a:r>
              <a:rPr sz="1000" b="0" dirty="0">
                <a:solidFill>
                  <a:srgbClr val="60666C"/>
                </a:solidFill>
                <a:latin typeface="Calibri"/>
              </a:rPr>
              <a:t>poste de pilotage</a:t>
            </a:r>
          </a:p>
          <a:p>
            <a:pPr algn="ctr"/>
            <a:r>
              <a:rPr sz="1000" b="0" dirty="0" err="1">
                <a:solidFill>
                  <a:srgbClr val="60666C"/>
                </a:solidFill>
                <a:latin typeface="Calibri"/>
              </a:rPr>
              <a:t>tailnet</a:t>
            </a:r>
            <a:r>
              <a:rPr sz="1000" b="0" dirty="0">
                <a:solidFill>
                  <a:srgbClr val="60666C"/>
                </a:solidFill>
                <a:latin typeface="Calibri"/>
              </a:rPr>
              <a:t> 100.67.35.26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057400"/>
            <a:ext cx="2743200" cy="274320"/>
          </a:xfrm>
          <a:prstGeom prst="line">
            <a:avLst/>
          </a:prstGeom>
          <a:ln w="2794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15200" y="2057400"/>
            <a:ext cx="2743200" cy="274320"/>
          </a:xfrm>
          <a:prstGeom prst="line">
            <a:avLst/>
          </a:prstGeom>
          <a:ln w="2794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3703320"/>
            <a:ext cx="2743200" cy="1097280"/>
          </a:xfrm>
          <a:prstGeom prst="line">
            <a:avLst/>
          </a:prstGeom>
          <a:ln w="2794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103120" y="3703320"/>
            <a:ext cx="2743200" cy="1097280"/>
          </a:xfrm>
          <a:prstGeom prst="line">
            <a:avLst/>
          </a:prstGeom>
          <a:ln w="2794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200" b="0">
                <a:solidFill>
                  <a:srgbClr val="60666C"/>
                </a:solidFill>
                <a:latin typeface="Calibri"/>
              </a:rPr>
              <a:t>Le LAN 192.168.0.0/24 reste le canal Wazuh entre agents et manager. Tailscale sert à l'administration à distance, sans ouvrir de 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</Words>
  <Application>Microsoft Office PowerPoint</Application>
  <PresentationFormat>Personnalisé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Ilyan BENDAHMANE</cp:lastModifiedBy>
  <cp:revision>4</cp:revision>
  <dcterms:created xsi:type="dcterms:W3CDTF">2013-01-27T09:14:16Z</dcterms:created>
  <dcterms:modified xsi:type="dcterms:W3CDTF">2026-07-05T19:23:02Z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2026-07-05T19:19:35Z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c63b8347-f496-468e-a2dd-1e3df4c120f3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